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8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74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5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0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9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5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5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65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6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40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301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9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61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1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30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70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99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Collaborative Filtering Based Recommendation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Mentor Name: </a:t>
            </a:r>
            <a:r>
              <a:rPr lang="en-US" dirty="0" err="1"/>
              <a:t>Saigeetha</a:t>
            </a:r>
            <a:r>
              <a:rPr lang="en-US" dirty="0"/>
              <a:t> k</a:t>
            </a:r>
            <a:endParaRPr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Team Members: </a:t>
            </a:r>
            <a:endParaRPr lang="en-US" dirty="0"/>
          </a:p>
          <a:p>
            <a:pPr marL="0" indent="0">
              <a:buNone/>
            </a:pPr>
            <a:r>
              <a:rPr lang="en-IN" sz="1800" dirty="0">
                <a:solidFill>
                  <a:srgbClr val="222222"/>
                </a:solidFill>
                <a:latin typeface="Calibri" panose="020F0502020204030204" pitchFamily="34" charset="0"/>
              </a:rPr>
              <a:t>MARPU</a:t>
            </a:r>
            <a:r>
              <a:rPr lang="en-IN" sz="1800" b="0" i="0" u="none" strike="noStrike" baseline="0" dirty="0">
                <a:solidFill>
                  <a:srgbClr val="222222"/>
                </a:solidFill>
                <a:latin typeface="Calibri" panose="020F0502020204030204" pitchFamily="34" charset="0"/>
              </a:rPr>
              <a:t> ANIL KUMAR</a:t>
            </a:r>
          </a:p>
          <a:p>
            <a:pPr marL="0" indent="0">
              <a:buNone/>
            </a:pPr>
            <a:r>
              <a:rPr lang="en-IN" sz="1800" b="0" i="0" u="none" strike="noStrike" baseline="0" dirty="0" err="1">
                <a:latin typeface="Calibri" panose="020F0502020204030204" pitchFamily="34" charset="0"/>
              </a:rPr>
              <a:t>Mandam</a:t>
            </a:r>
            <a:r>
              <a:rPr lang="en-IN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IN" sz="1800" b="0" i="0" u="none" strike="noStrike" baseline="0" dirty="0" err="1">
                <a:latin typeface="Calibri" panose="020F0502020204030204" pitchFamily="34" charset="0"/>
              </a:rPr>
              <a:t>DeviPrasad</a:t>
            </a:r>
            <a:endParaRPr lang="en-IN" sz="18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800" b="0" i="0" u="none" strike="noStrike" baseline="0" dirty="0">
                <a:solidFill>
                  <a:srgbClr val="222222"/>
                </a:solidFill>
                <a:latin typeface="Calibri" panose="020F0502020204030204" pitchFamily="34" charset="0"/>
              </a:rPr>
              <a:t>Asha </a:t>
            </a:r>
            <a:r>
              <a:rPr lang="en-IN" sz="1800" dirty="0" err="1">
                <a:solidFill>
                  <a:srgbClr val="222222"/>
                </a:solidFill>
                <a:latin typeface="Calibri" panose="020F0502020204030204" pitchFamily="34" charset="0"/>
              </a:rPr>
              <a:t>Sidgiddi</a:t>
            </a:r>
            <a:endParaRPr lang="en-IN" sz="18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800" b="0" i="0" u="none" strike="noStrike" baseline="0" dirty="0" err="1">
                <a:latin typeface="Calibri" panose="020F0502020204030204" pitchFamily="34" charset="0"/>
              </a:rPr>
              <a:t>Rupavath</a:t>
            </a:r>
            <a:r>
              <a:rPr lang="en-IN" sz="1800" b="0" i="0" u="none" strike="noStrike" baseline="0" dirty="0">
                <a:latin typeface="Calibri" panose="020F0502020204030204" pitchFamily="34" charset="0"/>
              </a:rPr>
              <a:t> Sridevi</a:t>
            </a:r>
            <a:endParaRPr lang="en-IN" sz="18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800" b="0" i="0" u="none" strike="noStrike" baseline="0" dirty="0" err="1">
                <a:solidFill>
                  <a:srgbClr val="222222"/>
                </a:solidFill>
                <a:latin typeface="Calibri" panose="020F0502020204030204" pitchFamily="34" charset="0"/>
              </a:rPr>
              <a:t>Revathilatha</a:t>
            </a:r>
            <a:r>
              <a:rPr lang="en-IN" sz="1800" b="0" i="0" u="none" strike="noStrike" baseline="0" dirty="0">
                <a:solidFill>
                  <a:srgbClr val="222222"/>
                </a:solidFill>
                <a:latin typeface="Calibri" panose="020F0502020204030204" pitchFamily="34" charset="0"/>
              </a:rPr>
              <a:t> S</a:t>
            </a:r>
          </a:p>
          <a:p>
            <a:pPr marL="0" indent="0">
              <a:buNone/>
            </a:pPr>
            <a:r>
              <a:rPr lang="en-IN" sz="1800" b="0" i="0" u="none" strike="noStrike" baseline="0" dirty="0">
                <a:latin typeface="Calibri" panose="020F0502020204030204" pitchFamily="34" charset="0"/>
              </a:rPr>
              <a:t>Rani </a:t>
            </a:r>
            <a:r>
              <a:rPr lang="en-IN" sz="1800" b="0" i="0" u="none" strike="noStrike" baseline="0" dirty="0" err="1">
                <a:latin typeface="Calibri" panose="020F0502020204030204" pitchFamily="34" charset="0"/>
              </a:rPr>
              <a:t>Bhanudas</a:t>
            </a:r>
            <a:r>
              <a:rPr lang="en-IN" sz="1800" b="0" i="0" u="none" strike="noStrike" baseline="0" dirty="0">
                <a:latin typeface="Calibri" panose="020F0502020204030204" pitchFamily="34" charset="0"/>
              </a:rPr>
              <a:t> Mali</a:t>
            </a:r>
            <a:endParaRPr lang="en-US" dirty="0">
              <a:highlight>
                <a:srgbClr val="C0C0C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Recommend books based on user similarity</a:t>
            </a:r>
          </a:p>
          <a:p>
            <a:r>
              <a:rPr dirty="0"/>
              <a:t>Improve user experience using personalized suggestions</a:t>
            </a:r>
          </a:p>
          <a:p>
            <a:r>
              <a:rPr dirty="0"/>
              <a:t>Build an interactive </a:t>
            </a:r>
            <a:r>
              <a:rPr dirty="0" err="1"/>
              <a:t>Streamlit</a:t>
            </a:r>
            <a:r>
              <a:rPr dirty="0"/>
              <a:t>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Books Dataset</a:t>
            </a:r>
          </a:p>
          <a:p>
            <a:pPr marL="0" indent="0">
              <a:buNone/>
            </a:pPr>
            <a:r>
              <a:rPr dirty="0"/>
              <a:t>• Ratings Dataset</a:t>
            </a:r>
          </a:p>
          <a:p>
            <a:pPr marL="0" indent="0">
              <a:buNone/>
            </a:pPr>
            <a:r>
              <a:rPr dirty="0"/>
              <a:t>• Users Dataset</a:t>
            </a:r>
          </a:p>
          <a:p>
            <a:pPr marL="0" indent="0">
              <a:buNone/>
            </a:pPr>
            <a:r>
              <a:rPr dirty="0"/>
              <a:t>• Features Used: User-ID, ISBN, Ratings, Author, Country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face difficulty finding relevant books from a large collection. The system solves this by recommending books based on similar users and ratings.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Removed missing values</a:t>
            </a:r>
          </a:p>
          <a:p>
            <a:r>
              <a:t>• Replaced invalid ages using median</a:t>
            </a:r>
          </a:p>
          <a:p>
            <a:r>
              <a:t>• Removed duplicate records</a:t>
            </a:r>
          </a:p>
          <a:p>
            <a:r>
              <a:t>• Filtered implicit ratings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books received low ratings</a:t>
            </a:r>
          </a:p>
          <a:p>
            <a:r>
              <a:rPr dirty="0"/>
              <a:t>Few books were highly popular</a:t>
            </a:r>
          </a:p>
          <a:p>
            <a:r>
              <a:rPr dirty="0"/>
              <a:t>Ratings distribution was highly skewed</a:t>
            </a:r>
          </a:p>
        </p:txBody>
      </p:sp>
      <p:pic>
        <p:nvPicPr>
          <p:cNvPr id="4" name="Picture 3" descr="rating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249" y="4116359"/>
            <a:ext cx="5155445" cy="2322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Majority of users belonged to adult age group</a:t>
            </a:r>
          </a:p>
          <a:p>
            <a:r>
              <a:rPr dirty="0"/>
              <a:t>Users came from multiple countries</a:t>
            </a:r>
          </a:p>
          <a:p>
            <a:r>
              <a:rPr dirty="0"/>
              <a:t>Country-based filtering improved personalization</a:t>
            </a:r>
          </a:p>
        </p:txBody>
      </p:sp>
      <p:pic>
        <p:nvPicPr>
          <p:cNvPr id="4" name="Picture 3" descr="count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852" y="4136531"/>
            <a:ext cx="3657600" cy="2309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Some authors dominated the dataset</a:t>
            </a:r>
          </a:p>
          <a:p>
            <a:r>
              <a:rPr dirty="0"/>
              <a:t>Popular books received more interactions</a:t>
            </a:r>
          </a:p>
          <a:p>
            <a:r>
              <a:rPr dirty="0"/>
              <a:t>Image URLs used only for UI display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Created User-Book Matrix</a:t>
            </a:r>
          </a:p>
          <a:p>
            <a:r>
              <a:rPr dirty="0"/>
              <a:t>Built Similarity Matrix using Cosine Similarity</a:t>
            </a:r>
          </a:p>
          <a:p>
            <a:r>
              <a:rPr dirty="0"/>
              <a:t>Generated Country-based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Collaborative Filtering</a:t>
            </a:r>
          </a:p>
          <a:p>
            <a:r>
              <a:rPr dirty="0"/>
              <a:t>User-User Similarity</a:t>
            </a:r>
          </a:p>
          <a:p>
            <a:r>
              <a:rPr dirty="0"/>
              <a:t>Recommended unread books from similar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Created sparse matrix</a:t>
            </a:r>
          </a:p>
          <a:p>
            <a:r>
              <a:rPr dirty="0"/>
              <a:t>Applied cosine similarity</a:t>
            </a:r>
          </a:p>
          <a:p>
            <a:r>
              <a:rPr dirty="0"/>
              <a:t>Selected top similar users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Cold Start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New users handled using Popular Books recommendation</a:t>
            </a:r>
          </a:p>
          <a:p>
            <a:r>
              <a:rPr dirty="0"/>
              <a:t>Improved system robustness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similar users</a:t>
            </a:r>
          </a:p>
          <a:p>
            <a:r>
              <a:rPr dirty="0"/>
              <a:t>Find highly rated books</a:t>
            </a:r>
          </a:p>
          <a:p>
            <a:r>
              <a:rPr dirty="0"/>
              <a:t>Remove already-read books</a:t>
            </a:r>
          </a:p>
          <a:p>
            <a:r>
              <a:rPr dirty="0"/>
              <a:t>Recommend top books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Recommendations were relevant for active users</a:t>
            </a:r>
          </a:p>
          <a:p>
            <a:r>
              <a:rPr dirty="0"/>
              <a:t>Similar users produced better personalized suggestions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Developed using </a:t>
            </a:r>
            <a:r>
              <a:rPr dirty="0" err="1"/>
              <a:t>Streamlit</a:t>
            </a:r>
            <a:endParaRPr dirty="0"/>
          </a:p>
          <a:p>
            <a:r>
              <a:rPr dirty="0"/>
              <a:t>User enters User-ID</a:t>
            </a:r>
          </a:p>
          <a:p>
            <a:r>
              <a:rPr dirty="0"/>
              <a:t>Displays recommended books with images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 Screenshot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Streamlit App Screenshot Here</a:t>
            </a:r>
          </a:p>
        </p:txBody>
      </p:sp>
      <p:pic>
        <p:nvPicPr>
          <p:cNvPr id="4" name="Picture 3" descr="app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11" y="3192989"/>
            <a:ext cx="54864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668BB6-03A8-4634-82DC-009525096F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63" t="13197" r="12310" b="-634"/>
          <a:stretch/>
        </p:blipFill>
        <p:spPr>
          <a:xfrm>
            <a:off x="1278294" y="2957391"/>
            <a:ext cx="6438122" cy="37046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Large dataset processing</a:t>
            </a:r>
          </a:p>
          <a:p>
            <a:r>
              <a:rPr dirty="0"/>
              <a:t>Handling missing values</a:t>
            </a:r>
          </a:p>
          <a:p>
            <a:r>
              <a:rPr dirty="0"/>
              <a:t>Cold-start problem</a:t>
            </a:r>
          </a:p>
          <a:p>
            <a:r>
              <a:rPr dirty="0"/>
              <a:t>Sparse matrix issues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content-based filtering</a:t>
            </a:r>
          </a:p>
          <a:p>
            <a:r>
              <a:rPr dirty="0"/>
              <a:t>Add hybrid recommendation system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Improves user engagement</a:t>
            </a:r>
          </a:p>
          <a:p>
            <a:r>
              <a:rPr dirty="0"/>
              <a:t>Personalized recommendations increase retention</a:t>
            </a:r>
          </a:p>
          <a:p>
            <a:r>
              <a:rPr dirty="0"/>
              <a:t>Better book discovery experience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recommendation system successfully provides personalized book suggestions using collaborative filtering techniques.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2499</TotalTime>
  <Words>334</Words>
  <Application>Microsoft Office PowerPoint</Application>
  <PresentationFormat>On-screen Show (4:3)</PresentationFormat>
  <Paragraphs>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Berlin</vt:lpstr>
      <vt:lpstr>Book Recommendation System</vt:lpstr>
      <vt:lpstr>Project Team</vt:lpstr>
      <vt:lpstr>Project Objective</vt:lpstr>
      <vt:lpstr>Dataset Details</vt:lpstr>
      <vt:lpstr>Problem Statement</vt:lpstr>
      <vt:lpstr>Data Cleaning</vt:lpstr>
      <vt:lpstr>Exploratory Data Analysis</vt:lpstr>
      <vt:lpstr>User Analysis</vt:lpstr>
      <vt:lpstr>Book Analysis</vt:lpstr>
      <vt:lpstr>Feature Engineering</vt:lpstr>
      <vt:lpstr>Recommendation Approach</vt:lpstr>
      <vt:lpstr>Model Building</vt:lpstr>
      <vt:lpstr>Cold Start Problem</vt:lpstr>
      <vt:lpstr>Final Recommendation Logic</vt:lpstr>
      <vt:lpstr>Model Evaluation</vt:lpstr>
      <vt:lpstr>Application Overview</vt:lpstr>
      <vt:lpstr>App Screenshot Placeholder</vt:lpstr>
      <vt:lpstr>Challenges Faced</vt:lpstr>
      <vt:lpstr>Project Improvements</vt:lpstr>
      <vt:lpstr>Business Impact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Recommendation System</dc:title>
  <dc:subject/>
  <dc:creator/>
  <cp:keywords/>
  <dc:description>generated using python-pptx</dc:description>
  <cp:lastModifiedBy>Asha Devendar</cp:lastModifiedBy>
  <cp:revision>3</cp:revision>
  <dcterms:created xsi:type="dcterms:W3CDTF">2013-01-27T09:14:16Z</dcterms:created>
  <dcterms:modified xsi:type="dcterms:W3CDTF">2026-05-19T12:09:34Z</dcterms:modified>
  <cp:category/>
</cp:coreProperties>
</file>